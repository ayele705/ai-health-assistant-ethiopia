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AI-Based Health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DD8E6"/>
                </a:solidFill>
              </a:rPr>
              <a:t>for Improving Healthcare Access in Rural Ethiopia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880360"/>
            <a:ext cx="3959352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Department of Information Science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University of Gondar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DD8E6"/>
                </a:solidFill>
              </a:rPr>
              <a:t>AI Course  |  Academic Year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DD8E6"/>
                </a:solidFill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Team Members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7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TIGIST MARKOS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642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1A376C"/>
                </a:solidFill>
              </a:rPr>
              <a:t>GUR/00475/16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1124712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54864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414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144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YOHANNES AYELE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414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1A376C"/>
                </a:solidFill>
              </a:rPr>
              <a:t>GUR/00705/16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1124712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54864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1868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21868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YOHANNES HAILU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218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1A376C"/>
                </a:solidFill>
              </a:rPr>
              <a:t>GUR/00706/16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86200"/>
            <a:ext cx="1124712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54864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9592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9592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YONAS GETACHEW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995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1A376C"/>
                </a:solidFill>
              </a:rPr>
              <a:t>GUR/00710/16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63440"/>
            <a:ext cx="1124712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663440"/>
            <a:ext cx="54864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731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77316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YORDANOS TESFAYE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773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1A376C"/>
                </a:solidFill>
              </a:rPr>
              <a:t>GUR/00714/16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361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1.  Background &amp; 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751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2.  Objectives of the Study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140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3.  Research Questions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529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4.  Literature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918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5.  System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6.  Technology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1696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965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7.  Key Modules &amp;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085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354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8.  Database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0474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7433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9.  AI &amp; NLP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48640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132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10. Testing &amp;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92531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11. Ethical Framework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636422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291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12. Limitations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80313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2998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13. Conclusion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361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Ethiopia: 2nd most populous country in Africa — over 120 million 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751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Fewer than 1 physician per 10,000 people (WHO)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140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~80% of the population lives in rural areas with limited healthcare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529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Preventable diseases (malaria, TB, diarrhea) claim thousands of lives annually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918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Maternal mortality: ~401 per 100,000 live births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Under-five mortality: 55 per 1,000 live births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1696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965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Mobile phone penetration growing — reaching ~45% by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085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354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AI offers a scalable, low-cost solution to bridge the healthcare gap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Key Barriers to Healthcare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Shortage of healthcare professionals in rural &amp; remote areas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Geographic isolation — patients travel hours on foot to reach clinics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Low health literacy — delayed care-seeking for preventable conditions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101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369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Inadequate triage and referral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Language diversity — 80+ languages; most tools support only English/Amharic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879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Limited affordable, locally relevant digital health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55371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Result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0840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109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High rates of preventable morbidity and mortality in rural Ethiopia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General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Design &amp; develop an AI health assistant to improve healthcare access in rural Ethiopia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5915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Specific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8895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Analyze healthcare delivery challenges and technology gaps in rural Ethiopia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3284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Review existing AI health assistant systems and identify best practices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673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941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Design a system architecture optimized for low-bandwidth &amp; offline environments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062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Develop a prototype with symptom guidance, health education &amp; referral modules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451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Evaluate prototype usability and functional accuracy through structured testing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0840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109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Propose recommendations for deployment and integration with Ethiopia's health systems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Three-Tier Client-Server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Presentation Tier — Android App + USSD Interface (feature phones)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Application Tier — Django REST API, NLP Engine (mBERT), Symptom Assessment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Data Tier — PostgreSQL (structured data), MongoDB (knowledge base), SQLite (offline cache)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3697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Offline Capability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673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941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Local SQLite database caches core knowledge base, consultations &amp; facility list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062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Auto-sync with server when connectivity is restored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Integration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1023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DHIS2 API — national health data reporting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5412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4681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Africa's Talking — SMS gateway &amp; USSD interface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Python 3.10  |  Django REST Framework  |  Celery  |  Redis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PostgreSQL 14  |  MongoDB 6.0  |  SQLite (on-device)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98064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AI &amp; NLP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3284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Multilingual BERT (mBERT) — fine-tuned on 15,000 Amharic/English health queries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673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941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Random Forest Classifier — symptom-to-condition mapping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062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Hugging Face Transformers  |  scikit-learn  |  TensorFlow 2.x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Mobile (Android)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1023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Kotlin  |  MVVM Architecture  |  Retrofit  |  Room  |  Android SpeechRecognizer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46811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DevOps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9984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925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Docker &amp; Docker Compose  |  GitHub Actions CI/CD  |  AWS EC2  |  Nginx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Features &amp;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Patient-Facing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Symptom checker — conversational interview in Amharic &amp; English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Urgency classification: Self-care (Green) / Visit clinic (Yellow) / Emergency (Red)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Health education content — text &amp; audio format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101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369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Nearest health facility finder based on GPS location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Appointment scheduling at connected health facilities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879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First aid guidance for common emergencies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55371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Health Worker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0840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109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HEW decision-support dashboard for triage and referral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5229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498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Community health data aggregation and DHIS2 reporting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618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USSD interface — no smartphone or internet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AI &amp; NLP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NLP Module (mBERT)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Fine-tuned on 15,000 Amharic/English health queries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Tasks: Intent classification + Named Entity Recognition (symptom extraction)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Intent labels: symptom_report, health_query, appointment_request, emergency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3697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Symptom Classifier (Random Forest)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673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941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Trained on 50,000 symptom-condition pairs (Ethiopian disease data + ICD-10)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062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Top-1 accuracy: 67%  |  Top-3 accuracy: 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Urgency Classification Logic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1023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RED — any red-flag symptom (difficulty breathing, seizure, heavy bleeding)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5412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4681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YELLOW — serious condition probability &gt; 60% (malaria, TB, sepsis)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9070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GREEN — mild symptoms &lt; 3 days, no red flags → self-care guidance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Database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Core Tables (PostgreSQL)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users — profile, location, language preference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health_profiles — medical history, allergies, chronic conditions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consultations — symptoms, assessment result, urgency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101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369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conditions — ICD-10 codes, Amharic &amp; English descriptions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health_facilities — GPS coordinates, services, operating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879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appointments — scheduling, status tracking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268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537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health_content — education articles in Amharic &amp; English with audio URLs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992624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Knowledge Base (MongoDB)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5229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498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30+ conditions covering Ethiopia's primary disease burden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618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WHO &amp; FMOH guidelines — Amharic and English content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Testing &amp;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Unit Testing — 215 tests, 207 passed (96.3% pass rate)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NLP Module: 95.6%  |  Symptom Engine: 95.0%  |  Facility Finder: 96.0%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5915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User Acceptance Testing (UAT)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8895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45 participants — 30 community members + 15 Health Extension Workers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3284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3 rural communities in Oromia region  |  2-week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9417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Key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2245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System Usability Scale (SUS): 74.3 / 100 — Good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6634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Symptom accuracy (Top-3): 81%  |  User satisfaction: 84%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1023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Would use the system again: 91%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5412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4681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Amharic language support rated highly: 96%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9070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Audio health content rated highly: 89%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Ethical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361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Do No Harm — decision-support only; never prescribes treatment or dosages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751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Informed Consent — users informed at first launch about system limitations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140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Privacy by Design — no PII required for core features; all data encrypted (AES-256)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529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Data Minimization — only data necessary for health guidance is collected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918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Transparency — all AI outputs include confidence indicators and disclaimers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Human Oversight — all urgency outputs direct users toward human health services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1696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965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Equity — audio content for non-readers; designed for low-literacy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085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354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Data Sovereignty — health data stored on servers within Ethiopia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0474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7433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Compliant with Ethiopia's Personal Data Protection Proclamation &amp; GDPR principles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Known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361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Language coverage — Amharic &amp; English only; Oromo, Tigrinya, Somali planned for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751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NLP requires internet for full processing — rule-based fallback available offline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140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No clinical RCT validation — information tool only, not clinical-grade diagnosis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529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Voice recognition degrades in noisy outdoor environments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918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Knowledge base covers ~30 conditions — rare conditions not included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No live DHIS2 integration in prototype — reporting is simulated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1696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965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Limited field validation — real-world effectiveness unconfirmed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085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354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Technology adoption may be slow due to low digital literacy in rural areas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Future Work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09728" cy="5577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Version 2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933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Language expansion — Oromo, Tigrinya, Somali, Sidama NLP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3230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Voice interface improvement — retrain Amharic ASR on rural accent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7121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Telemedicine integration — escalate from AI chat to live video consultation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1012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369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Clinical validation — randomized controlled trial for health outcome measurement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7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Predictive analytics — disease outbreak detection from consultation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114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76C"/>
                </a:solidFill>
              </a:rPr>
              <a:t>Pilot Deployment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451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Phase 1 (3 months) — 5 kebeles in Oromia, 200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0840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109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Phase 2 (6 months) — 50 kebeles, HEW dashboard added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5229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4982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Phase 3 (12 months) — Regional scale, Oromo language, clinical 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618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Phase 4 (24 months) — National scale, live DHIS2, telemedicine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600200"/>
            <a:ext cx="4873752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920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Designed &amp; developed a functional AI health assistant prototype for rural Ethiopia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60320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Supports Amharic &amp; English — optimized for low-bandwidth &amp; offline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08960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96.3% unit test pass rate  |  74.3 SUS score (Good usability)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657600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91% of users would use the system again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206240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Aligned with Ethiopia's Health Sector Transformation Plan (HSTP)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54879"/>
            <a:ext cx="914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Provides a replicable model for other low-resource healthcare 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7AE6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